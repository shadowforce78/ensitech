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4630400" cy="8229600"/>
  <p:notesSz cx="8229600" cy="14630400"/>
  <p:embeddedFontLst>
    <p:embeddedFont>
      <p:font typeface="Alexandria"/>
      <p:regular r:id="rId11"/>
    </p:embeddedFont>
    <p:embeddedFont>
      <p:font typeface="Alexandria"/>
      <p:regular r:id="rId12"/>
    </p:embeddedFont>
    <p:embeddedFont>
      <p:font typeface="Nobile"/>
      <p:regular r:id="rId13"/>
    </p:embeddedFont>
    <p:embeddedFont>
      <p:font typeface="Nobile"/>
      <p:regular r:id="rId14"/>
    </p:embeddedFont>
    <p:embeddedFont>
      <p:font typeface="Nobile"/>
      <p:regular r:id="rId15"/>
    </p:embeddedFont>
    <p:embeddedFont>
      <p:font typeface="Nobile"/>
      <p:regular r:id="rId16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font" Target="fonts/font1.fntdata"/><Relationship Id="rId12" Type="http://schemas.openxmlformats.org/officeDocument/2006/relationships/font" Target="fonts/font2.fntdata"/><Relationship Id="rId13" Type="http://schemas.openxmlformats.org/officeDocument/2006/relationships/font" Target="fonts/font3.fntdata"/><Relationship Id="rId14" Type="http://schemas.openxmlformats.org/officeDocument/2006/relationships/font" Target="fonts/font4.fntdata"/><Relationship Id="rId15" Type="http://schemas.openxmlformats.org/officeDocument/2006/relationships/font" Target="fonts/font5.fntdata"/><Relationship Id="rId16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782372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Google Cloud Platform: A Global Overview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540091"/>
            <a:ext cx="7556421" cy="907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Exploring the foundations of Google's powerful cloud services.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92612"/>
            <a:ext cx="1175170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Global Infrastructure: A Network of Power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145625"/>
            <a:ext cx="760428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GCP is built upon a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B54DA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vast global network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of interconnected data centres, much like a single, colossal hard drive.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126581"/>
            <a:ext cx="7604284" cy="1821537"/>
          </a:xfrm>
          <a:prstGeom prst="roundRect">
            <a:avLst>
              <a:gd name="adj" fmla="val 8032"/>
            </a:avLst>
          </a:prstGeom>
          <a:solidFill>
            <a:srgbClr val="F9F9FF"/>
          </a:solidFill>
          <a:ln w="30480">
            <a:solidFill>
              <a:srgbClr val="B8C3D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3310" y="3126581"/>
            <a:ext cx="121920" cy="1821537"/>
          </a:xfrm>
          <a:prstGeom prst="roundRect">
            <a:avLst>
              <a:gd name="adj" fmla="val 78139"/>
            </a:avLst>
          </a:prstGeom>
          <a:solidFill>
            <a:srgbClr val="1B54DA"/>
          </a:solidFill>
          <a:ln/>
        </p:spPr>
      </p:sp>
      <p:sp>
        <p:nvSpPr>
          <p:cNvPr id="6" name="Text 4"/>
          <p:cNvSpPr/>
          <p:nvPr/>
        </p:nvSpPr>
        <p:spPr>
          <a:xfrm>
            <a:off x="1142524" y="3383875"/>
            <a:ext cx="289869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Worldwide Presence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42524" y="3965019"/>
            <a:ext cx="699825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Strategically located data centres ensure low latency and high availability globally.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93790" y="5174932"/>
            <a:ext cx="7604284" cy="1458635"/>
          </a:xfrm>
          <a:prstGeom prst="roundRect">
            <a:avLst>
              <a:gd name="adj" fmla="val 10030"/>
            </a:avLst>
          </a:prstGeom>
          <a:solidFill>
            <a:srgbClr val="F9F9FF"/>
          </a:solidFill>
          <a:ln w="30480">
            <a:solidFill>
              <a:srgbClr val="B8C3D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3310" y="5174932"/>
            <a:ext cx="121920" cy="1458635"/>
          </a:xfrm>
          <a:prstGeom prst="roundRect">
            <a:avLst>
              <a:gd name="adj" fmla="val 78139"/>
            </a:avLst>
          </a:prstGeom>
          <a:solidFill>
            <a:srgbClr val="1B54DA"/>
          </a:solidFill>
          <a:ln/>
        </p:spPr>
      </p:sp>
      <p:sp>
        <p:nvSpPr>
          <p:cNvPr id="10" name="Text 8"/>
          <p:cNvSpPr/>
          <p:nvPr/>
        </p:nvSpPr>
        <p:spPr>
          <a:xfrm>
            <a:off x="1142524" y="5432227"/>
            <a:ext cx="326505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Interconnected Servers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142524" y="6013371"/>
            <a:ext cx="699825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Seamless data flow and resource sharing across regions.</a:t>
            </a:r>
            <a:endParaRPr lang="en-US" sz="175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59096" y="2196703"/>
            <a:ext cx="4885015" cy="488501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72528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On-Demand Resources: Your Virtual Data Centre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3043714"/>
            <a:ext cx="4158615" cy="25702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5840730"/>
            <a:ext cx="353532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No Hardware Investment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6331148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Eliminate upfront costs for physical servers and maintenance.</a:t>
            </a:r>
            <a:endParaRPr lang="en-US" sz="1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5893" y="3043714"/>
            <a:ext cx="4158615" cy="257020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35893" y="584073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Unlimited Storage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235893" y="6331148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Store an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B54DA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unlimited amount of information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securely online.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7995" y="3043714"/>
            <a:ext cx="4158615" cy="257020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77995" y="584073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Instant Access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9677995" y="6331148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Provision computing power and services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B54DA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as needed, when needed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3187" y="576024"/>
            <a:ext cx="7182803" cy="654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150"/>
              </a:lnSpc>
              <a:buNone/>
            </a:pPr>
            <a:r>
              <a:rPr lang="en-US" sz="41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Scalability &amp; Cost-Efficiency</a:t>
            </a:r>
            <a:endParaRPr lang="en-US" sz="4100" dirty="0"/>
          </a:p>
        </p:txBody>
      </p:sp>
      <p:sp>
        <p:nvSpPr>
          <p:cNvPr id="3" name="Text 1"/>
          <p:cNvSpPr/>
          <p:nvPr/>
        </p:nvSpPr>
        <p:spPr>
          <a:xfrm>
            <a:off x="733187" y="1780461"/>
            <a:ext cx="209431" cy="261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404155"/>
                </a:solidFill>
                <a:latin typeface="Alexandria Light" pitchFamily="34" charset="0"/>
                <a:ea typeface="Alexandria Light" pitchFamily="34" charset="-122"/>
                <a:cs typeface="Alexandria Light" pitchFamily="34" charset="-120"/>
              </a:rPr>
              <a:t>01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3187" y="2113478"/>
            <a:ext cx="7010162" cy="22860"/>
          </a:xfrm>
          <a:prstGeom prst="rect">
            <a:avLst/>
          </a:prstGeom>
          <a:solidFill>
            <a:srgbClr val="1B54DA"/>
          </a:solidFill>
          <a:ln/>
        </p:spPr>
      </p:sp>
      <p:sp>
        <p:nvSpPr>
          <p:cNvPr id="5" name="Text 3"/>
          <p:cNvSpPr/>
          <p:nvPr/>
        </p:nvSpPr>
        <p:spPr>
          <a:xfrm>
            <a:off x="733187" y="2263854"/>
            <a:ext cx="2618661" cy="327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Subscription Model</a:t>
            </a:r>
            <a:endParaRPr lang="en-US" sz="2050" dirty="0"/>
          </a:p>
        </p:txBody>
      </p:sp>
      <p:sp>
        <p:nvSpPr>
          <p:cNvPr id="6" name="Text 4"/>
          <p:cNvSpPr/>
          <p:nvPr/>
        </p:nvSpPr>
        <p:spPr>
          <a:xfrm>
            <a:off x="733187" y="2800469"/>
            <a:ext cx="7010162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Pay only for the services and resources you consume, typically on a monthly basis.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3187" y="3837503"/>
            <a:ext cx="209431" cy="261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404155"/>
                </a:solidFill>
                <a:latin typeface="Alexandria Light" pitchFamily="34" charset="0"/>
                <a:ea typeface="Alexandria Light" pitchFamily="34" charset="-122"/>
                <a:cs typeface="Alexandria Light" pitchFamily="34" charset="-120"/>
              </a:rPr>
              <a:t>02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3187" y="4170521"/>
            <a:ext cx="7010162" cy="22860"/>
          </a:xfrm>
          <a:prstGeom prst="rect">
            <a:avLst/>
          </a:prstGeom>
          <a:solidFill>
            <a:srgbClr val="1B54DA"/>
          </a:solidFill>
          <a:ln/>
        </p:spPr>
      </p:sp>
      <p:sp>
        <p:nvSpPr>
          <p:cNvPr id="9" name="Text 7"/>
          <p:cNvSpPr/>
          <p:nvPr/>
        </p:nvSpPr>
        <p:spPr>
          <a:xfrm>
            <a:off x="733187" y="4320897"/>
            <a:ext cx="2618661" cy="327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Flexible Scaling</a:t>
            </a:r>
            <a:endParaRPr lang="en-US" sz="2050" dirty="0"/>
          </a:p>
        </p:txBody>
      </p:sp>
      <p:sp>
        <p:nvSpPr>
          <p:cNvPr id="10" name="Text 8"/>
          <p:cNvSpPr/>
          <p:nvPr/>
        </p:nvSpPr>
        <p:spPr>
          <a:xfrm>
            <a:off x="733187" y="4857512"/>
            <a:ext cx="7010162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Effortlessly </a:t>
            </a:r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1B54DA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scale resources up or down</a:t>
            </a:r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to meet fluctuating demands.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3187" y="5559266"/>
            <a:ext cx="209431" cy="261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404155"/>
                </a:solidFill>
                <a:latin typeface="Alexandria Light" pitchFamily="34" charset="0"/>
                <a:ea typeface="Alexandria Light" pitchFamily="34" charset="-122"/>
                <a:cs typeface="Alexandria Light" pitchFamily="34" charset="-120"/>
              </a:rPr>
              <a:t>03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33187" y="5892284"/>
            <a:ext cx="7010162" cy="22860"/>
          </a:xfrm>
          <a:prstGeom prst="rect">
            <a:avLst/>
          </a:prstGeom>
          <a:solidFill>
            <a:srgbClr val="1B54DA"/>
          </a:solidFill>
          <a:ln/>
        </p:spPr>
      </p:sp>
      <p:sp>
        <p:nvSpPr>
          <p:cNvPr id="13" name="Text 11"/>
          <p:cNvSpPr/>
          <p:nvPr/>
        </p:nvSpPr>
        <p:spPr>
          <a:xfrm>
            <a:off x="733187" y="6042660"/>
            <a:ext cx="3131463" cy="327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Optimised Performance</a:t>
            </a:r>
            <a:endParaRPr lang="en-US" sz="2050" dirty="0"/>
          </a:p>
        </p:txBody>
      </p:sp>
      <p:sp>
        <p:nvSpPr>
          <p:cNvPr id="14" name="Text 12"/>
          <p:cNvSpPr/>
          <p:nvPr/>
        </p:nvSpPr>
        <p:spPr>
          <a:xfrm>
            <a:off x="733187" y="6579275"/>
            <a:ext cx="7010162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Access Google's cutting-edge infrastructure without proprietary ownership.</a:t>
            </a:r>
            <a:endParaRPr lang="en-US" sz="16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61985" y="1780461"/>
            <a:ext cx="5642729" cy="564272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2025-12-05T11:16:17Z</dcterms:created>
  <dcterms:modified xsi:type="dcterms:W3CDTF">2025-12-05T11:16:17Z</dcterms:modified>
</cp:coreProperties>
</file>